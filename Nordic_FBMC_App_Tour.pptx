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3108960"/>
            <a:ext cx="8229600" cy="8229600"/>
          </a:xfrm>
          <a:prstGeom prst="arc">
            <a:avLst>
              <a:gd name="adj1" fmla="val 12000000"/>
              <a:gd name="adj2" fmla="val 20400000"/>
            </a:avLst>
          </a:prstGeom>
          <a:ln w="13970">
            <a:solidFill>
              <a:srgbClr val="3E6B5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-2834640"/>
            <a:ext cx="8229600" cy="8229600"/>
          </a:xfrm>
          <a:prstGeom prst="arc">
            <a:avLst>
              <a:gd name="adj1" fmla="val 12000000"/>
              <a:gd name="adj2" fmla="val 20400000"/>
            </a:avLst>
          </a:prstGeom>
          <a:ln w="13970">
            <a:solidFill>
              <a:srgbClr val="3E6B54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2560320"/>
            <a:ext cx="8229600" cy="8229600"/>
          </a:xfrm>
          <a:prstGeom prst="arc">
            <a:avLst>
              <a:gd name="adj1" fmla="val 12000000"/>
              <a:gd name="adj2" fmla="val 20400000"/>
            </a:avLst>
          </a:prstGeom>
          <a:ln w="13970">
            <a:solidFill>
              <a:srgbClr val="3E6B54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-2286000"/>
            <a:ext cx="8229600" cy="8229600"/>
          </a:xfrm>
          <a:prstGeom prst="arc">
            <a:avLst>
              <a:gd name="adj1" fmla="val 12000000"/>
              <a:gd name="adj2" fmla="val 20400000"/>
            </a:avLst>
          </a:prstGeom>
          <a:ln w="13970">
            <a:solidFill>
              <a:srgbClr val="3E6B54">
                <a:alpha val="5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Tour of the App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tab, every sub-tab, and the shared analytical backend underneath them — from raw JAO/ENTSO-E data to hypothesis verdicts, counterfactual impact, and an HTML report.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dashboard.py  ·  app_jao_NP_API_fix_d14.py  ·  propagation.py  ·  run_analysis.py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In, One Backend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GUI and the CLI all call the same propagation.py analytical pipeline — nothing is duplicated per entry point.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EF0F4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POINT  ·  8 tabs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237744" cy="237744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7797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237744" cy="237744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31455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Outage sources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237744" cy="237744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35112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237744" cy="237744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38770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237744" cy="237744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42428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Plots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663440"/>
            <a:ext cx="237744" cy="237744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34440" y="46085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Single event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237744" cy="237744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34440" y="49743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Explain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5394960"/>
            <a:ext cx="237744" cy="237744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34440" y="53400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Export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63C2C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080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app_jao_NP_API_fix_d14.py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GUI  ·  9 tabs  ·  adds JAO/Nord Pool fetch tooling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2788920"/>
            <a:ext cx="219456" cy="219456"/>
          </a:xfrm>
          <a:prstGeom prst="ellipse">
            <a:avLst/>
          </a:prstGeom>
          <a:solidFill>
            <a:srgbClr val="1E4F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93408" y="27340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Fetch / Upload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400800" y="3118104"/>
            <a:ext cx="219456" cy="219456"/>
          </a:xfrm>
          <a:prstGeom prst="ellipse">
            <a:avLst/>
          </a:prstGeom>
          <a:solidFill>
            <a:srgbClr val="1E4F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93408" y="3063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Analysis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6400800" y="3447288"/>
            <a:ext cx="219456" cy="219456"/>
          </a:xfrm>
          <a:prstGeom prst="ellipse">
            <a:avLst/>
          </a:prstGeom>
          <a:solidFill>
            <a:srgbClr val="1E4F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93408" y="339242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Shadow / RAM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6400800" y="3776472"/>
            <a:ext cx="219456" cy="219456"/>
          </a:xfrm>
          <a:prstGeom prst="ellipse">
            <a:avLst/>
          </a:prstGeom>
          <a:solidFill>
            <a:srgbClr val="1E4F3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93408" y="37216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Impact / PTDF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6400800" y="4105656"/>
            <a:ext cx="219456" cy="219456"/>
          </a:xfrm>
          <a:prstGeom prst="ellipse">
            <a:avLst/>
          </a:prstGeom>
          <a:solidFill>
            <a:srgbClr val="1E4F3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93408" y="40507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Gen / Cons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6400800" y="4434840"/>
            <a:ext cx="219456" cy="219456"/>
          </a:xfrm>
          <a:prstGeom prst="ellipse">
            <a:avLst/>
          </a:prstGeom>
          <a:solidFill>
            <a:srgbClr val="1E4F3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93408" y="43799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Price History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6400800" y="4764024"/>
            <a:ext cx="219456" cy="219456"/>
          </a:xfrm>
          <a:prstGeom prst="ellipse">
            <a:avLst/>
          </a:prstGeom>
          <a:solidFill>
            <a:srgbClr val="1E4F3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93408" y="47091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Net Position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6400800" y="5093208"/>
            <a:ext cx="219456" cy="219456"/>
          </a:xfrm>
          <a:prstGeom prst="ellipse">
            <a:avLst/>
          </a:prstGeom>
          <a:solidFill>
            <a:srgbClr val="1E4F3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693408" y="503834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Nordic Map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6400800" y="5422392"/>
            <a:ext cx="219456" cy="21945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693408" y="53675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Maintenance Analysis</a:t>
            </a:r>
            <a:endParaRPr lang="en-US" sz="118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Backend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propagation.py holds every analytical function; the GUIs and the CLI are three different front ends onto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22476" y="1828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EF0F4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22476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522476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94076" y="2788920"/>
            <a:ext cx="0" cy="502920"/>
          </a:xfrm>
          <a:prstGeom prst="line">
            <a:avLst/>
          </a:prstGeom>
          <a:noFill/>
          <a:ln w="19050">
            <a:solidFill>
              <a:srgbClr val="6B6B7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722876" y="1828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EF0F4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22876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app_jao_...d14.py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722876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4476" y="2788920"/>
            <a:ext cx="0" cy="502920"/>
          </a:xfrm>
          <a:prstGeom prst="line">
            <a:avLst/>
          </a:prstGeom>
          <a:noFill/>
          <a:ln w="19050">
            <a:solidFill>
              <a:srgbClr val="6B6B7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923276" y="1828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EF0F4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3276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run_analysis.py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923276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fi-no3-analyse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294876" y="2788920"/>
            <a:ext cx="0" cy="502920"/>
          </a:xfrm>
          <a:prstGeom prst="line">
            <a:avLst/>
          </a:prstGeom>
          <a:noFill/>
          <a:ln w="19050">
            <a:solidFill>
              <a:srgbClr val="6B6B7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56716" y="3429000"/>
            <a:ext cx="9875520" cy="960120"/>
          </a:xfrm>
          <a:prstGeom prst="roundRect">
            <a:avLst>
              <a:gd name="adj" fmla="val 7619"/>
            </a:avLst>
          </a:prstGeom>
          <a:solidFill>
            <a:srgbClr val="163C2C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156716" y="3566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propagation.py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39596" y="39776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build_covariates · run_panel_regression · single_event_analysis · run_nordic_matrix · render_html_report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ingestion: load_jao_csv, fetch_entsoe_outages, fetch_nordpool_net_positions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932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Covariates: the 7-term RAM identity, PTDF, outage dummies + MW-lost dose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4772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fixed-effects panel regression, clustered SEs, Holm–Bonferroni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613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Counterfactual: 15 ITS methods, from seasonal-naive to physics-informed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 —  TAB 1 OF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JAO export, choose the timestamp-zone assumption, and pick the source country / target zone for this run.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JAO CSV upload, or synthetic.py's generator for a self-contained test run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/ CET toggle for JAO's own “dateTimeUtc” field (independent per screen)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7-term RAM identity balances to ~1 MW before anything downstream runs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 —  TAB 2 OF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Outage Sources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hand-curated and live-fetched outage events into one table for the run.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manual_outages.csv — hand-curated events for any Nordic source country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ENTSO-E fetch — A77 (production outages) + A78 (transmission outages)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A78 rows carry no lost-capacity figure (avail_qty only) — capacity_mw is left unset for them, on purpose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 —  TAB 3 OF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every hypothesis in one pass: builds covariates, runs the panel regressions, applies multiple-testing correction.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build_covariates() computes RAM's 7 terms, PTDF, and every outage dummy/dose pair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run_panel_regression() fits H1–H6 with CNEC fixed effects and clustered standard errors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Holm–Bonferroni correction applied across the whole H1–H6 family before verdicts are assigned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 —  TAB 4 OF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hypothesis: coefficient, clustered SE, t/z-statistic, p-value, sample size, and verdict.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distinguishes SUPPORTED from merely statistically significant — see the economic-significance floor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carries cov_type_used / se_fallback_occurred, so a reader can see when the requested clustering mode had to fall back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(the placebo) is expected to come back NOT significant — that's the test passing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 —  TAB 5 OF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views of the built covariates — RAM, shadow price, PTDF, fall — across the whole loaded window.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per parameter, aggregated across every matched CNEC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sanity-check the data before trusting a regression or single-event result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 —  TAB 6 OF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Event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outage from the merged list; five panes tell its counterfactual story.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the event's metadata: asset, type, window, matched CNECs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— before/after trend — actual vs. counterfactual projection, any of 15 methods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ΔRAM decomposition — which of the 7 RAM-identity terms actually moved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84048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(high vs low PTDF_FI) — a second, independent cross-check axis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489704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35254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Per-CNEC table — pre/during/Δ for f0, RAM, shadow price, one row per CNEC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 —  TAB 7 OF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verdict table into a plain-language narrative — what moved, by how much, and whether it clears both statistical and economic significance.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directly from the same result dict Results and the HTML report use — no separate computation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DASHBOARD.PY  —  TAB 8 OF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consolidated outputs for this run to disk.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render_html_report() — the same HTML report build_report_ctx() feeds for a single pair or a full matrix sweep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of covariates and per-hypothesis results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APP_JAO...D14.PY  —  TAB 1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/ Upload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JAO capacity-calculation data enters the app — two independent options, both feeding the same downstream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Upload CSV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515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2816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JAO publication-tool export, loaded directly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337413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323697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cneName + dateTimeUtc (or separate date + time columns)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5760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Live Fetch (CET)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51560" y="4306824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41696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Day-batched: one PowerShell call per CET calendar day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4727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45902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 automatic timezone-assumption cross-check per day fetched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1560" y="514807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80160" y="501091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PowerShell Core only — a known platform constraint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APP_JAO...D14.PY  —  TAB 2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single-row filter bar: pick a date, time, and zone pair, and see every affected CNEC's price impact.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EF0F4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5603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(CET)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25603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(CET)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5603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From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95360" y="25603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solidFill>
            <a:srgbClr val="163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= shadowPrice × (PTDF_from − PTDF_to)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06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this exact date+time against every loaded CNEC row and sorts results by |impact| — a fast, exact-instant complement to Tab 9's counterfactual, before/after view.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 →  STRATEGIC BRIEFING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Briefing (Sub-Tab)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shell only — its generate/export handlers show an honest “not implemented” message rather than silently doing nothing or fabricating output.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wired to real logic in the version this app was ported from — building that from scratch would be a new feature, not a fix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Analysis sub-tab, or Tab 9's Explain sub-tab, for a working narrative today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440680"/>
            <a:ext cx="3489960" cy="777240"/>
          </a:xfrm>
          <a:prstGeom prst="roundRect">
            <a:avLst>
              <a:gd name="adj" fmla="val 9412"/>
            </a:avLst>
          </a:prstGeom>
          <a:solidFill>
            <a:srgbClr val="EEF0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5532120"/>
            <a:ext cx="321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824728"/>
            <a:ext cx="321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58640" y="5440680"/>
            <a:ext cx="3489960" cy="777240"/>
          </a:xfrm>
          <a:prstGeom prst="roundRect">
            <a:avLst>
              <a:gd name="adj" fmla="val 9412"/>
            </a:avLst>
          </a:prstGeom>
          <a:solidFill>
            <a:srgbClr val="EEF0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95800" y="5532120"/>
            <a:ext cx="321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95800" y="5824728"/>
            <a:ext cx="321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→ Explain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77200" y="5440680"/>
            <a:ext cx="3489960" cy="777240"/>
          </a:xfrm>
          <a:prstGeom prst="roundRect">
            <a:avLst>
              <a:gd name="adj" fmla="val 9412"/>
            </a:avLst>
          </a:prstGeom>
          <a:solidFill>
            <a:srgbClr val="EEF0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14360" y="5532120"/>
            <a:ext cx="321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14360" y="5824728"/>
            <a:ext cx="321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fails honestly, not silently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APP_JAO...D14.PY  —  TAB 3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/ RAM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Binding-constraint cost and remaining capacity over time, for the currently loaded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price: zero on a non-binding CNEC, positive only when the constraint actually binds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the 7-term identity's running total — the same quantity H3 tests and ΔRAM decomposition explains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APP_JAO...D14.PY  —  TAB 4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/ PTDF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PTDF sensitivity factors and their contribution to zonal price impact.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PTDF: how much a zone's net position can move this CNEC's flow — H2's own dependent variable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same shadowPrice × PTDF impact formula used in Tab 2 and Tab 9's Price Spread pane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APP_JAO...D14.PY  —  TAB 5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/ Cons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vs. consumption context around a loaded window — the supply/demand backdrop behind a price or flow move.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sanity-checking whether an unusual RAM/price move lines up with a real supply-demand shift, not just an outage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APP_JAO...D14.PY  —  TAB 6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History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Pool day-ahead price series for the zones in 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realized-price counterpart to the shadow-price series in Shadow / RAM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APP_JAO...D14.PY  —  TAB 7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Position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net position (sell − buy) from Nord Pool's day-ahead Auction Volumes endpoint.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fetch_nordpool_net_positions() + merge_nordpool_net_positions() (propagation.py) turn this into the netpos_&lt;ZONE&gt; columns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physics ptdf_flow's counterfactual method reconstructs 'fall' from — Tab 7's own live chart was, until recently, the only place this data reached at all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APP_JAO...D14.PY  —  TAB 8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Nordic Map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flows across the Nordic grid at one moment in time — or stepped through a whole day.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EF0F4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EF0F4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MTU (CET)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EF0F4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Fetch &amp; Plot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EF0F4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Play / ⏹ Stop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2688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EF0F4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429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app's reference pattern for a single-instant picker: a plain Date field plus a dedicated “MTU (CET):” dropdown — date and time-of-day as two separate, clearly-labelled fields, never one combined string.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160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steps through the day's 96 MTU slots, redrawing price + flow on each one — a flow reversal or price spike is watched happening, not read off a static snapshot. One cached day-fetch serves both “Fetch &amp; Plot” and “Play”.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OF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Analysis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in one tab — the same 8-step flow as dashboard.py, embedded here alongside everything else.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1E4F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16352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892808" y="27432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1E4F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11680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084832" y="2816352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Sources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73552" y="27432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92424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1E4F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92424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65576" y="2816352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27432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1E4F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73168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816352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7432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53912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1E4F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53912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27064" y="2816352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27432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34656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B4530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34656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07808" y="2816352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796528" y="27432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915400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1E4F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15400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2816352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177272" y="274320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296144" y="2377440"/>
            <a:ext cx="1261872" cy="1188720"/>
          </a:xfrm>
          <a:prstGeom prst="roundRect">
            <a:avLst>
              <a:gd name="adj" fmla="val 6154"/>
            </a:avLst>
          </a:prstGeom>
          <a:solidFill>
            <a:srgbClr val="1E4F3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296144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369296" y="2816352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 sub-tabs as dashboard.py, same shared state pattern (self._ma_jao_df, self._ma_outages_df, self._ma_results, …). Single Event goes one pane further here — next slides.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 →  SETUP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 JAO export into this tab's own state, independent of what Tab 1 has loaded.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UTC/CET timestamp-zone toggle as Tab 1 — deliberately a SEPARATE toggle, not shared, so one tab's re-analysis under a different assumption never disturbs another's already-fetched display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RAM identity balances before Run Analysis is allowed to proceed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 →  OUTAGE SOURCES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Outage Sources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merges the events this run's regressions and single-event analyses will 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Outage CSV — defaults to manual_outages.csv, Browse… to pick another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Transparency (A77 + A78) — Start (CET) / End (CET) range, token pre-configured (hardcoded constant, a known limitation)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outage list feeds Single Event's own outage picker directly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 →  RUN ANALYSIS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H1–H6 in a background thread so the GUI stays responsive during regression.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reentrancy guard pattern as Single Event's own background run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missing statsmodels/linearmodels explicitly — rather than a silent empty result — via _regression_libs_missing_message()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 →  RESULTS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table for this run, with every regression's diagnostic fields alongside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cov_type_used / se_fallback_occurred shown per hypothesis, so a weaker-than-requested clustering result is never silently indistinguishable from a clean one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Economic-significance floor applied before a result is called SUPPORTED, not just statistically significant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 →  PLOTS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covariate time-series views as dashboard.py's Plots tab, scoped to this tab's own loaded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per parameter across every matched CNEC in the current window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 →  SINGLE EVENT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Outage, Six Views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outage from the list and see its full counterfactual story, pane by pane. (dashboard.py has the first five; Price Spread is this app's own addition.)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EF0F4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event's metadata: asset, type, window, matched CNECs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EF0F4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— before/after trend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63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counterfactual projection, any of 15 methods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EF0F4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7532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ΔRAM decomposition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063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7 RAM-identity terms actually moved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EF0F4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(high vs low PTDF_FI)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66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Difference-in-differences cross-check on a second axis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43891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EF0F4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7200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Per-CNEC table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166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Pre/during/Δ for f0, RAM, shadow price, one row per CNEC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43891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63C2C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75320" y="4572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Spread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51663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CNEC's actual-vs-counterfactual price impact on a target zone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  →  SUMMARY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picked outage's own metadata, read straight off the outage 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name and type (HVDC / AC line / production unit), planned vs. forced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window (start_utc / end_utc) and which CNECs it actually matched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  →  ITS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— Before/After Trend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series plotted against a counterfactual Y(0), fit on pre-period data only.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15 registered methods — seasonal-naive through the adaptive ensemble and the two physics-informed methods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actual and counterfactual during the outage window is the estimated effect; it should close again once the outage ends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is leak-tested: none may touch during/post data while fitting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  →  ΔRAM DECOMPOSITION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ΔRAM Decomposition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this event's RAM change to the 7-term identity's individual components.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= Fmax − FRM − fall + fnrao + AMR − FAAC − IVA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before/after for each term, not just the combined total — the same identity Setup's own balance check verifies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  →  DID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(High vs. Low PTDF_FI)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difference-in-differences cross-check: high-PTDF_FI CNECs vs. low-PTDF_FI CNECs, before vs. during the outage.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 identification strategy for the same event — agreement with the ITS result is reassuring, disagreement is worth investigating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  →  PER-CNEC TABLE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Per-CNEC Table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matched CNEC: pre-period average, during-period average, and the delta — for f0, RAM, and shadow price.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granular view in Single Event — useful for spotting whether one CNEC is driving the whole event's aggregate effect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  →  PRICE SPREAD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CNEC Parameters to a Price Effect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502920"/>
          </a:xfrm>
          <a:prstGeom prst="rect">
            <a:avLst/>
          </a:prstGeom>
          <a:solidFill>
            <a:srgbClr val="163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= (shadowPrice × PTDF)_actual − (shadowPrice × PTDF)_counterfactual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EF0F4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6060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20440" y="26060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zone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(CET)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26060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(CET)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520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 are picked as two separate CET/CEST fields — same convention as Tab 2's own filter row — rather than one combined UTC string. Picking a date repopulates the time list from that date's actual MTU rows.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shadowPrice and the target zone's PTDF get their own ITS counterfactual — PTDF itself can shift during an AC-line outage, the same mechanism H2 tests for.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00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compute — rather than guess — when the target PTDF column is missing, the pre-period has fewer than 4 distinct timestamps, or no row falls within tolerance of the requested time.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 →  EXPLAIN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plain-language verdict narrative as dashboard.py's Explain tab, for this tab's own run.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 →  EXPORT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this run's HTML report and CSV exports — the same render_html_report()/build_report_ctx() path a CLI --all-nordic-zones sweep uses per pair.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TAB 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Tab 9 Differs From dashboard.py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8-step pipeline, same shared-state pattern — but not a copy-paste of dashboard.py's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 keeps its OWN copy of every state variable (self._ma_jao_df, etc.) — loading data in Tab 1 never touches Tab 9's own loaded data, and vice versa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9's Single Event has the extra Price Spread pane; dashboard.py's does not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ultimately call the exact same propagation.py functions — a fix there fixes both GUIs at once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84048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gotchas and a maintenance checklist are written up in MAINTENANCE_TAB_GUIDE.md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RAM Identity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Network Element (CNEC) gets a capacity budget (RAM) built from seven published terms — the formula underneath every hypothesis and every counterfactual in this app.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Fmax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 of the 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9424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49424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22576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margin (structural)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58768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58768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flow (F_allReference)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68112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68112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fnrao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541264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Non-redundant allocation offset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77456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77456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for remedial 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0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0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FAAC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2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Frequency-restoration allocation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296144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296144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296144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IVA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369296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 discretionary correction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886200"/>
            <a:ext cx="10881360" cy="502920"/>
          </a:xfrm>
          <a:prstGeom prst="rect">
            <a:avLst/>
          </a:prstGeom>
          <a:solidFill>
            <a:srgbClr val="163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 =  Fmax − FRM − fall + fnrao + AMR − FAAC − IVA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46177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9's Setup verifies this identity balances to within ~1 MW on real published data before anything downstream runs; ΔRAM decomposition and the ram_identity ITS method both build directly on it.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Hypotheses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isolates one specific channel from a specific outage type to a specific CNEC parameter. Run Analysis fits all six in one pass.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type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tested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EF0F4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267712"/>
            <a:ext cx="457200" cy="457200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HVDC outages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2677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flow (fall)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267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physical rerouting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2267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26080"/>
            <a:ext cx="457200" cy="457200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line outages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PTDF sensitivity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change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511296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EF0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3584448"/>
            <a:ext cx="457200" cy="457200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584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outages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584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3584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(combined)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3584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capacity impact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35844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4169664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" y="4242816"/>
            <a:ext cx="457200" cy="457200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outages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42428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480560" y="42428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price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42428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Binding-constraint cost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646920" y="42428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4828032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EF0F4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4901184"/>
            <a:ext cx="457200" cy="457200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13232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417320" y="49011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type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3931920" y="49011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480560" y="49011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(logit)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315200" y="49011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 discretionary use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9646920" y="490118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" y="5486400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713232" y="5559552"/>
            <a:ext cx="457200" cy="457200"/>
          </a:xfrm>
          <a:prstGeom prst="ellipse">
            <a:avLst/>
          </a:prstGeom>
          <a:solidFill>
            <a:srgbClr val="6B6B7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3232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417320" y="5559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outage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3931920" y="5559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480560" y="5559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 (placebo)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7315200" y="5559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show NO effect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9646920" y="55595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expected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Regression 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Run Analysis turns raw covariates into a defensible verdict.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EEF0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y_{it} = α_{i} + β D_{it} + ε_{it}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α_i — CNEC fixed effect (within-transform / demeaning removes it)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57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D_it — outage-active dummy or MW-lost dose variable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605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errors clustered by time period (sandwich estimator)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63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Holm–Bonferroni correction across the H1–H6 family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163C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fixed effects matter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231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CNEC with a naturally low RAM and one with a naturally high RAM differ in level for reasons that have nothing to do with outages. Demeaning each CNEC's series removes that between-CNEC variation entirely, so β̂ is identified purely from within-CNEC, before/during comparisons.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68172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Pooled OLS: β̂ = −35.8   (confounded by level differences)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effects: β̂ = −7.4, SE = 1.6, t = −4.7, p = 0.002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Counterfactual Method Catalog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registered ITS methods — every one fit on pre-period data only, verified by a leak/sabotage test.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lookup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seasonal_naive · hurdle (zero-inflated)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time series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fourier_trend · stl · arima · sarima · theta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3192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State-space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7033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· tbats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154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33192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Lag-feature / ML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7033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ridge · lightgbm · catboost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736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206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ram_identity · ptdf_flow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5720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C2C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736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1206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8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ensemble (backtest-weighted blend of the above)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 never leave a method silently degraded without saying so — e.g. a missing scikit-learn falls into the documented ARIMA fallback, not a silent seasonal_naive.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That Hold Across Every Tab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EEF0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44752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167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at the human boundary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date/time a person types or reads is CET/CEST (Europe/Oslo); all internal storage and computation stays UTC. cet_input_to_utc() / utc_to_cet_str() are the two conversion points.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EEF0F4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724912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5968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Leak-avoidance discipline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260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counterfactual method fits on pre-period data only — verified by a sabotage test in the suite, not just asserted.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EEF0F4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4005072"/>
            <a:ext cx="146304" cy="146304"/>
          </a:xfrm>
          <a:prstGeom prst="ellipse">
            <a:avLst/>
          </a:prstGeom>
          <a:solidFill>
            <a:srgbClr val="6D5B9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8770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degradation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2062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library or unimplemented feature says so explicitly (Strategic Briefing, an ITS fallback chain) rather than silently doing less.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EEF0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5285232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51572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vs. statistical significance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4864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p&lt;0.05 coefficient that misses its economic-magnitude floor is reported as significant, not “SUPPORTED.”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Philosophy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test_pipeline.py is the full suite — run it before trusting any change.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Leak-safety tests sabotage the actual during/post values and confirm a counterfactual neither reproduces nor tracks them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clustered-SE regression bug (an index-less NumPy array silently falling back to entity-clustered SEs) was only caught this way — an isolated linearmodels repro plus a live run showing every verdict's se= field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that fails to construct (not just fails to import) is tested explicitly — the lightgbm/scikit-learn case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84048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Mid-run file edits are a known source of spurious failures — line numbers shift under inspect.getsource(); don't edit propagation.py while pytest is running against it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63C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run_analysis.py &amp; the Nordic Matrix Sweep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no-GUI entry point — same propagation.py backend, scriptable and batchable.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04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pair: --source FI --target NO3 (the best-tested pair — synthetic.py and manual_outages.csv both target it)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1635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sweep: --all-nordic-zones runs every (source country × target zone) pair, loading the JAO CSV once and fetching outages once per source country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32841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nordic_matrix_report.html (a verdict-count index) plus each pair's own results/&lt;SRC&gt;_&lt;TGT&gt;/report.html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84048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 with no matching CNECs or no overlapping outage data is recorded in “skipped” with its reason, not aborted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489704"/>
            <a:ext cx="109728" cy="109728"/>
          </a:xfrm>
          <a:prstGeom prst="ellipse">
            <a:avLst/>
          </a:prstGeom>
          <a:solidFill>
            <a:srgbClr val="163C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35254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wired into the CLI so far — neither GUI can launch a matrix sweep yet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not hidden — each one is a stated, accepted trade-off, not an oversight.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91C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(ENTSO-E token, Nord Pool key) are hardcoded as source constants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91C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591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JAO fetch shells out to Windows PowerShell — Windows / PowerShell Core only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181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91C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0723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A78 (transmission) carries no lost-capacity figure — only A77 does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91C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856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Nordic-matrix sweep across all zones is CLI-only — not yet in either GUI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91C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4988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403s are environment-dependent — check with check_entsoe.py, not by guessing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91C1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212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is zero on NO3 CNECs in short windows — H5's logit needs a longer history to be informative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63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Deeper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MAINTENANCE_TAB_GUIDE.md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28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guide to Tab 9's state, data flow, and gotchas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5328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 the Maintenance Analysis Tab (docx / pdf)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8803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56-chapter mathematical learner's guide, full + summary editions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5844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TUTORIAL.md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931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Whole-app maintainer's field guide to the model and fundamentals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636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test_pipeline.py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9834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test suite — run before trusting any change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FBMC Propagation Toolkit  ·  fi_no3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Nordic FBMC Propagation Toolkit — App Tour</dc:title>
  <dc:subject>PptxGenJS Presentation</dc:subject>
  <dc:creator>Claude Code</dc:creator>
  <cp:lastModifiedBy>Claude Code</cp:lastModifiedBy>
  <cp:revision>1</cp:revision>
  <dcterms:created xsi:type="dcterms:W3CDTF">2026-09-21T13:45:24Z</dcterms:created>
  <dcterms:modified xsi:type="dcterms:W3CDTF">2026-09-21T13:45:24Z</dcterms:modified>
</cp:coreProperties>
</file>